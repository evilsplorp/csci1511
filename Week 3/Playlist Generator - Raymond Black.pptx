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3"/>
  </p:notesMasterIdLst>
  <p:handoutMasterIdLst>
    <p:handoutMasterId r:id="rId14"/>
  </p:handoutMasterIdLst>
  <p:sldIdLst>
    <p:sldId id="278" r:id="rId5"/>
    <p:sldId id="282" r:id="rId6"/>
    <p:sldId id="271" r:id="rId7"/>
    <p:sldId id="284" r:id="rId8"/>
    <p:sldId id="285" r:id="rId9"/>
    <p:sldId id="286" r:id="rId10"/>
    <p:sldId id="288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5388" autoAdjust="0"/>
  </p:normalViewPr>
  <p:slideViewPr>
    <p:cSldViewPr snapToGrid="0">
      <p:cViewPr varScale="1">
        <p:scale>
          <a:sx n="122" d="100"/>
          <a:sy n="122" d="100"/>
        </p:scale>
        <p:origin x="822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9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99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anchor="b" anchorCtr="0">
            <a:noAutofit/>
          </a:bodyPr>
          <a:lstStyle>
            <a:lvl1pPr algn="r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algn="r">
              <a:defRPr sz="1200">
                <a:solidFill>
                  <a:schemeClr val="tx1"/>
                </a:solidFill>
              </a:defRPr>
            </a:lvl2pPr>
            <a:lvl3pPr algn="r">
              <a:defRPr sz="1200">
                <a:solidFill>
                  <a:schemeClr val="tx1"/>
                </a:solidFill>
              </a:defRPr>
            </a:lvl3pPr>
            <a:lvl4pPr algn="r">
              <a:defRPr sz="1200">
                <a:solidFill>
                  <a:schemeClr val="tx1"/>
                </a:solidFill>
              </a:defRPr>
            </a:lvl4pPr>
            <a:lvl5pPr algn="r"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7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1" r:id="rId15"/>
    <p:sldLayoutId id="2147483722" r:id="rId16"/>
    <p:sldLayoutId id="2147483723" r:id="rId17"/>
    <p:sldLayoutId id="2147483724" r:id="rId18"/>
    <p:sldLayoutId id="2147483728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446" y="662937"/>
            <a:ext cx="5330092" cy="5542025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Playlist Generator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I'm Raymond Black and this is the Playlist Generator. It accepts up to 5 artists and an associated song title, then displays them in a shuffled playlist.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Happy Path Demo</a:t>
            </a:r>
          </a:p>
          <a:p>
            <a:r>
              <a:rPr lang="en-US" dirty="0"/>
              <a:t>What Went Right</a:t>
            </a:r>
          </a:p>
          <a:p>
            <a:r>
              <a:rPr lang="en-US" dirty="0"/>
              <a:t>What Needs Improvement</a:t>
            </a:r>
          </a:p>
          <a:p>
            <a:r>
              <a:rPr lang="en-US" dirty="0"/>
              <a:t>Risk &amp; Change Management</a:t>
            </a:r>
          </a:p>
          <a:p>
            <a:r>
              <a:rPr lang="en-US" dirty="0"/>
              <a:t>Actionable Advice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pPr algn="ctr"/>
            <a:r>
              <a:rPr lang="en-US" dirty="0"/>
              <a:t>Demonstration</a:t>
            </a:r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Adding a cool new feature.</a:t>
            </a:r>
          </a:p>
          <a:p>
            <a:r>
              <a:rPr lang="en-US" sz="2800" dirty="0"/>
              <a:t>Refactoring to simplify the main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"/>
            <a:ext cx="9144000" cy="926123"/>
          </a:xfrm>
        </p:spPr>
        <p:txBody>
          <a:bodyPr/>
          <a:lstStyle/>
          <a:p>
            <a:r>
              <a:rPr lang="en-US" dirty="0"/>
              <a:t>What Needs Improvement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252CB0BA-60E2-202D-03D0-7C44AE0C5D9B}"/>
              </a:ext>
            </a:extLst>
          </p:cNvPr>
          <p:cNvSpPr txBox="1">
            <a:spLocks/>
          </p:cNvSpPr>
          <p:nvPr/>
        </p:nvSpPr>
        <p:spPr>
          <a:xfrm>
            <a:off x="550862" y="2097175"/>
            <a:ext cx="5435600" cy="39956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D6B9D9F-56E7-CB96-F6D0-E0377EFC4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7046"/>
            <a:ext cx="9144000" cy="3928794"/>
          </a:xfrm>
        </p:spPr>
        <p:txBody>
          <a:bodyPr/>
          <a:lstStyle/>
          <a:p>
            <a:pPr algn="l"/>
            <a:r>
              <a:rPr lang="en-US" sz="2800" dirty="0"/>
              <a:t>Feature creep! </a:t>
            </a:r>
          </a:p>
          <a:p>
            <a:pPr algn="l"/>
            <a:r>
              <a:rPr lang="en-US" sz="2800" dirty="0"/>
              <a:t>Unnecessary refactoring.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&amp; Change Management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2097175"/>
            <a:ext cx="10539169" cy="3995650"/>
          </a:xfrm>
        </p:spPr>
        <p:txBody>
          <a:bodyPr>
            <a:normAutofit/>
          </a:bodyPr>
          <a:lstStyle/>
          <a:p>
            <a:r>
              <a:rPr lang="en-US" sz="2800" dirty="0"/>
              <a:t>Refactoring a huge chunk of the application late in the game was risky.</a:t>
            </a:r>
          </a:p>
          <a:p>
            <a:r>
              <a:rPr lang="en-US" sz="2800" dirty="0"/>
              <a:t>Did it work?</a:t>
            </a:r>
          </a:p>
          <a:p>
            <a:r>
              <a:rPr lang="en-US" sz="2800" dirty="0"/>
              <a:t>Did I have to do it?</a:t>
            </a:r>
          </a:p>
          <a:p>
            <a:r>
              <a:rPr lang="en-US" sz="2800" dirty="0"/>
              <a:t>Was it worthwhile in the end?</a:t>
            </a: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Actionable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 dirty="0"/>
              <a:t>Application requirements are not suggestions. </a:t>
            </a:r>
          </a:p>
        </p:txBody>
      </p:sp>
      <p:pic>
        <p:nvPicPr>
          <p:cNvPr id="20" name="Picture Placeholder 19" descr="A close-up of a graph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/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Raymond Black</a:t>
            </a:r>
          </a:p>
          <a:p>
            <a:r>
              <a:rPr lang="en-US" dirty="0" err="1"/>
              <a:t>splorp</a:t>
            </a:r>
            <a:r>
              <a:rPr lang="en-US" dirty="0"/>
              <a:t>!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{DE6CBA5C-111E-46F6-99B4-CDDE771E15B8}tf33713516_win32</Template>
  <TotalTime>25</TotalTime>
  <Words>133</Words>
  <Application>Microsoft Office PowerPoint</Application>
  <PresentationFormat>Widescreen</PresentationFormat>
  <Paragraphs>30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Walbaum Display</vt:lpstr>
      <vt:lpstr>3DFloatVTI</vt:lpstr>
      <vt:lpstr>Playlist Generator  I'm Raymond Black and this is the Playlist Generator. It accepts up to 5 artists and an associated song title, then displays them in a shuffled playlist. </vt:lpstr>
      <vt:lpstr>Agenda</vt:lpstr>
      <vt:lpstr>Demonstration</vt:lpstr>
      <vt:lpstr>What Went Right</vt:lpstr>
      <vt:lpstr>What Needs Improvement</vt:lpstr>
      <vt:lpstr>Risk &amp; Change Management</vt:lpstr>
      <vt:lpstr>Actionable Advice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Black</dc:creator>
  <cp:lastModifiedBy>Raymond Black</cp:lastModifiedBy>
  <cp:revision>1</cp:revision>
  <dcterms:created xsi:type="dcterms:W3CDTF">2026-09-20T18:50:44Z</dcterms:created>
  <dcterms:modified xsi:type="dcterms:W3CDTF">2026-09-20T19:16:31Z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